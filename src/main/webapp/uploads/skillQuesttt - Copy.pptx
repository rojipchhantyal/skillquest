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6" r:id="rId2"/>
    <p:sldId id="257" r:id="rId3"/>
    <p:sldId id="258" r:id="rId4"/>
    <p:sldId id="259" r:id="rId5"/>
    <p:sldId id="267" r:id="rId6"/>
    <p:sldId id="260" r:id="rId7"/>
    <p:sldId id="268" r:id="rId8"/>
    <p:sldId id="261" r:id="rId9"/>
    <p:sldId id="262" r:id="rId10"/>
    <p:sldId id="26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ejan Chhantyal" initials="RC" lastIdx="1" clrIdx="0">
    <p:extLst>
      <p:ext uri="{19B8F6BF-5375-455C-9EA6-DF929625EA0E}">
        <p15:presenceInfo xmlns:p15="http://schemas.microsoft.com/office/powerpoint/2012/main" userId="637de459165fdc2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3BF4BE-DEF6-41AD-95C6-7DF83B4514C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9AD5AF-4654-4F67-92AF-7F4138062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435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52407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143000" y="1138611"/>
            <a:ext cx="6858000" cy="179077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b" anchorCtr="0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6000"/>
            </a:pP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Project I Mid </a:t>
            </a:r>
            <a:r>
              <a:rPr lang="en-GB" dirty="0" err="1">
                <a:latin typeface="Times New Roman"/>
                <a:ea typeface="Times New Roman"/>
                <a:cs typeface="Times New Roman"/>
                <a:sym typeface="Times New Roman"/>
              </a:rPr>
              <a:t>Defense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589119" y="3091241"/>
            <a:ext cx="7965762" cy="224454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t" anchorCtr="0">
            <a:normAutofit fontScale="92500"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SkillQuest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– Freelancing Platform for Students”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400"/>
            </a:pPr>
            <a:r>
              <a:rPr lang="en-GB" i="1" dirty="0">
                <a:latin typeface="Times New Roman"/>
                <a:ea typeface="Times New Roman"/>
                <a:cs typeface="Times New Roman"/>
                <a:sym typeface="Times New Roman"/>
              </a:rPr>
              <a:t>Prepared By: </a:t>
            </a:r>
            <a:r>
              <a:rPr lang="en-GB" i="1" dirty="0" err="1">
                <a:latin typeface="Times New Roman"/>
                <a:ea typeface="Times New Roman"/>
                <a:cs typeface="Times New Roman"/>
                <a:sym typeface="Times New Roman"/>
              </a:rPr>
              <a:t>Rojip</a:t>
            </a:r>
            <a:r>
              <a:rPr lang="en-GB" i="1" dirty="0">
                <a:latin typeface="Times New Roman"/>
                <a:ea typeface="Times New Roman"/>
                <a:cs typeface="Times New Roman"/>
                <a:sym typeface="Times New Roman"/>
              </a:rPr>
              <a:t> Chhantyal</a:t>
            </a:r>
            <a:endParaRPr dirty="0"/>
          </a:p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400"/>
            </a:pPr>
            <a:endParaRPr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400"/>
            </a:pP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Date: 11 </a:t>
            </a:r>
            <a:r>
              <a:rPr lang="en-GB" dirty="0" err="1">
                <a:latin typeface="Times New Roman"/>
                <a:ea typeface="Times New Roman"/>
                <a:cs typeface="Times New Roman"/>
                <a:sym typeface="Times New Roman"/>
              </a:rPr>
              <a:t>Janurary</a:t>
            </a: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, 2026</a:t>
            </a:r>
            <a:endParaRPr lang="en-GB" dirty="0"/>
          </a:p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400"/>
            </a:pPr>
            <a:endParaRPr lang="en-GB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7092" y="1013547"/>
            <a:ext cx="1408045" cy="1630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84724" y="1013547"/>
            <a:ext cx="1754784" cy="1630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FE76731-C8E5-41D6-8966-1CD7DD5B44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1" y="1216315"/>
            <a:ext cx="8229599" cy="2241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SkillQuest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student-focused freelancing platform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to connect students with local small business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students gain experience and earn while studying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affordable solutions for small business tasks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861"/>
            <a:ext cx="8229600" cy="4708525"/>
          </a:xfrm>
        </p:spPr>
        <p:txBody>
          <a:bodyPr>
            <a:normAutofit/>
          </a:bodyPr>
          <a:lstStyle/>
          <a:p>
            <a:pPr marL="0" marR="0">
              <a:lnSpc>
                <a:spcPct val="15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 dedicated freelancing platform for students</a:t>
            </a:r>
          </a:p>
          <a:p>
            <a:pPr marL="0" marR="0">
              <a:lnSpc>
                <a:spcPct val="15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Global platforms are highly competitive for beginners</a:t>
            </a:r>
          </a:p>
          <a:p>
            <a:pPr marL="0" marR="0">
              <a:lnSpc>
                <a:spcPct val="15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High service charges make small tasks costly</a:t>
            </a:r>
          </a:p>
          <a:p>
            <a:pPr marL="0" marR="0">
              <a:lnSpc>
                <a:spcPct val="15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Clients struggle to find affordable and trusted students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4890"/>
            <a:ext cx="8229600" cy="4525963"/>
          </a:xfrm>
        </p:spPr>
        <p:txBody>
          <a:bodyPr>
            <a:normAutofit/>
          </a:bodyPr>
          <a:lstStyle/>
          <a:p>
            <a:pPr marL="0" marR="0">
              <a:lnSpc>
                <a:spcPct val="15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connect students with clients for small tasks</a:t>
            </a:r>
          </a:p>
          <a:p>
            <a:pPr marL="0" marR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 p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rovide a simple and student-friendly freelancing system</a:t>
            </a:r>
          </a:p>
          <a:p>
            <a:pPr marL="0" marR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 h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elp students gain real-world project experience</a:t>
            </a:r>
          </a:p>
          <a:p>
            <a:pPr marL="0" marR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 s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upport local businesses with affordable services</a:t>
            </a:r>
          </a:p>
          <a:p>
            <a:pPr marL="0" marR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 provide secure system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69649-4B2B-45E4-87B4-17075C295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lang="en-US" sz="3200" b="1" dirty="0"/>
              <a:t>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32F68-1BDF-4499-ADCE-42F80D31B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897" y="1274379"/>
            <a:ext cx="8229600" cy="4525963"/>
          </a:xfrm>
        </p:spPr>
        <p:txBody>
          <a:bodyPr>
            <a:normAutofit/>
          </a:bodyPr>
          <a:lstStyle/>
          <a:p>
            <a:pPr marL="0" marR="0">
              <a:lnSpc>
                <a:spcPct val="15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Agile model is used for system development</a:t>
            </a:r>
          </a:p>
          <a:p>
            <a:pPr marL="0" marR="0">
              <a:lnSpc>
                <a:spcPct val="15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Development is divided into small modules</a:t>
            </a:r>
          </a:p>
          <a:p>
            <a:pPr marL="0" marR="0">
              <a:lnSpc>
                <a:spcPct val="15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Continuous improvement through iterative development</a:t>
            </a:r>
          </a:p>
          <a:p>
            <a:pPr marL="0" marR="0">
              <a:lnSpc>
                <a:spcPct val="15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Easy to handle changes in requirements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545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</a:t>
            </a:r>
            <a:r>
              <a:rPr lang="en-US" sz="3200" b="1" dirty="0"/>
              <a:t> Requirements</a:t>
            </a:r>
            <a:endParaRPr sz="32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B158457-4CE9-495B-B630-75EF74F73C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2400" y="1318344"/>
            <a:ext cx="7832509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,Business can registration and login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can post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,manage, and get student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task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task browsing ,claim, track and submit the complete task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can manage user ,business and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 the who can        register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Non-Functional Requirements</a:t>
            </a:r>
            <a:endParaRPr sz="32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B158457-4CE9-495B-B630-75EF74F73C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7298" y="1208779"/>
            <a:ext cx="5194051" cy="3650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>
              <a:lnSpc>
                <a:spcPct val="15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Simple and easy-to-use interface</a:t>
            </a:r>
          </a:p>
          <a:p>
            <a:pPr marL="0" marR="0">
              <a:lnSpc>
                <a:spcPct val="15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Scalable for future growth</a:t>
            </a:r>
          </a:p>
          <a:p>
            <a:pPr marL="0" marR="0">
              <a:lnSpc>
                <a:spcPct val="15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Fast system performance</a:t>
            </a:r>
          </a:p>
          <a:p>
            <a:pPr marL="0" marR="0">
              <a:lnSpc>
                <a:spcPct val="15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Secure data handling</a:t>
            </a:r>
          </a:p>
          <a:p>
            <a:pPr marL="0" marR="0">
              <a:lnSpc>
                <a:spcPct val="15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Low system and storage requirements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978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 (DFD)</a:t>
            </a:r>
            <a:endParaRPr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7496" y="1308539"/>
            <a:ext cx="5849007" cy="36234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and business data are stored in the database, processed by the backend, and shown on dashboards and reports.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811B83-A04D-4A7E-9B4D-9CB849ACE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317" y="2884322"/>
            <a:ext cx="4435366" cy="30973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117" y="1302652"/>
            <a:ext cx="8229600" cy="4525963"/>
          </a:xfrm>
        </p:spPr>
        <p:txBody>
          <a:bodyPr>
            <a:normAutofit/>
          </a:bodyPr>
          <a:lstStyle/>
          <a:p>
            <a:pPr marL="0" marR="0" indent="0">
              <a:lnSpc>
                <a:spcPct val="150000"/>
              </a:lnSpc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implemented as a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web-based application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Frontend developed using HTML, CSS, and JavaScript</a:t>
            </a:r>
          </a:p>
          <a:p>
            <a:pPr marL="0" marR="0">
              <a:lnSpc>
                <a:spcPct val="15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JSP used for dynamic web pages</a:t>
            </a:r>
          </a:p>
          <a:p>
            <a:pPr marL="0" marR="0">
              <a:lnSpc>
                <a:spcPct val="15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Servlet handles server-side logic</a:t>
            </a:r>
          </a:p>
          <a:p>
            <a:pPr marL="0" marR="0">
              <a:lnSpc>
                <a:spcPct val="15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JDBC and MySQL used for database management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C6A991D-13A3-43CF-A8BE-984995041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09755"/>
            <a:ext cx="8229600" cy="4525963"/>
          </a:xfrm>
        </p:spPr>
        <p:txBody>
          <a:bodyPr/>
          <a:lstStyle/>
          <a:p>
            <a:pPr marL="0" marR="0">
              <a:lnSpc>
                <a:spcPct val="150000"/>
              </a:lnSpc>
            </a:pP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SkillQuest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provides a student-focused freelancing solution</a:t>
            </a:r>
          </a:p>
          <a:p>
            <a:pPr marL="0" marR="0">
              <a:lnSpc>
                <a:spcPct val="15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Helps students earn and gain practical experience</a:t>
            </a:r>
          </a:p>
          <a:p>
            <a:pPr marL="0" marR="0">
              <a:lnSpc>
                <a:spcPct val="15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Supports local clients with affordable services</a:t>
            </a:r>
          </a:p>
          <a:p>
            <a:pPr marL="0" marR="0">
              <a:lnSpc>
                <a:spcPct val="15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 can be enhanced with more features in future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591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302</Words>
  <Application>Microsoft Office PowerPoint</Application>
  <PresentationFormat>On-screen Show (4:3)</PresentationFormat>
  <Paragraphs>50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Project I Mid Defense</vt:lpstr>
      <vt:lpstr>Introduction</vt:lpstr>
      <vt:lpstr>Problems</vt:lpstr>
      <vt:lpstr>Objectives</vt:lpstr>
      <vt:lpstr>Development Methodology</vt:lpstr>
      <vt:lpstr>Functional Requirements</vt:lpstr>
      <vt:lpstr>Non-Functional Requirements</vt:lpstr>
      <vt:lpstr>DATA FLOW DIAGRAM (DFD)</vt:lpstr>
      <vt:lpstr>Implementation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I Proposal Defense</dc:title>
  <dc:subject/>
  <dc:creator>rejan chhantyal</dc:creator>
  <cp:keywords/>
  <dc:description>generated using python-pptx</dc:description>
  <cp:lastModifiedBy>Rejan Chhantyal</cp:lastModifiedBy>
  <cp:revision>29</cp:revision>
  <dcterms:created xsi:type="dcterms:W3CDTF">2013-01-27T09:14:16Z</dcterms:created>
  <dcterms:modified xsi:type="dcterms:W3CDTF">2026-01-11T05:05:06Z</dcterms:modified>
  <cp:category/>
</cp:coreProperties>
</file>