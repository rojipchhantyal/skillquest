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SkillQuest – Freelancing Platform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BCA 4th Semester Project</a:t>
            </a:r>
          </a:p>
          <a:p>
            <a:r>
              <a:t>Rojip Chhantyal</a:t>
            </a:r>
          </a:p>
          <a:p>
            <a:r>
              <a:t>Southwestern State College</a:t>
            </a:r>
          </a:p>
          <a:p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in Nepal struggle to gain work experience.</a:t>
            </a:r>
          </a:p>
          <a:p>
            <a:r>
              <a:t>• Existing platforms are competitive and not student-friendly.</a:t>
            </a:r>
          </a:p>
          <a:p>
            <a:r>
              <a:t>• SkillQuest connects students with local businesses for small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student-focused freelancing platform in Nepal.</a:t>
            </a:r>
          </a:p>
          <a:p>
            <a:r>
              <a:t>• Students lose opportunities to apply academic skills.</a:t>
            </a:r>
          </a:p>
          <a:p>
            <a:r>
              <a:t>• Clients struggle to find affordable, reliable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students earn and gain experience.</a:t>
            </a:r>
          </a:p>
          <a:p>
            <a:r>
              <a:t>• Support local businesses with affordable services.</a:t>
            </a:r>
          </a:p>
          <a:p>
            <a:r>
              <a:t>• Showcase student skills through completed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Agile model: Iterative development with sprints.</a:t>
            </a:r>
          </a:p>
          <a:p>
            <a:r>
              <a:t>• Continuous feedback ensures system meets user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Students: Register, apply for tasks, submit work.</a:t>
            </a:r>
          </a:p>
          <a:p>
            <a:r>
              <a:t>• Clients: Post tasks, hire students, review work.</a:t>
            </a:r>
          </a:p>
          <a:p>
            <a:r>
              <a:t>• Admin: Manage users and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Use-case diagram: Shows student, client, admin interaction.</a:t>
            </a:r>
          </a:p>
          <a:p>
            <a:r>
              <a:t>• Admin flow chart: Admin verification, monitoring, task management.</a:t>
            </a:r>
          </a:p>
          <a:p>
            <a:r>
              <a:t>• Visual: Insert diagrams/mock-ups.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Technical: Java Servlet, JSP, MySQL.</a:t>
            </a:r>
          </a:p>
          <a:p>
            <a:r>
              <a:t>• Operational: Simple, responsive interface.</a:t>
            </a:r>
          </a:p>
          <a:p>
            <a:r>
              <a:t>• Economic: Low-cost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Phases: Planning → Development → Testing → Deployment.</a:t>
            </a:r>
          </a:p>
          <a:p>
            <a:r>
              <a:t>• Visual: Gantt chart showing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gain practical experience and income.</a:t>
            </a:r>
          </a:p>
          <a:p>
            <a:r>
              <a:t>• Clients get affordable services.</a:t>
            </a:r>
          </a:p>
          <a:p>
            <a:r>
              <a:t>• Admin ensures smooth, secure platform operation.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Thank you for your attention.</a:t>
            </a:r>
          </a:p>
          <a:p>
            <a:r>
              <a:t>• Invite questions from the panel.</a:t>
            </a:r>
          </a:p>
          <a:p>
            <a:r>
              <a:t>• Visual: Background of teamwork or students completing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